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Problèmes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Passed</c:v>
                  </c:pt>
                  <c:pt idx="1">
                    <c:v>Failed</c:v>
                  </c:pt>
                  <c:pt idx="2">
                    <c:v>RUN_FAILED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34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prob_0–57</c:v>
                  </c:pt>
                  <c:pt idx="1">
                    <c:v>prob_58–115</c:v>
                  </c:pt>
                  <c:pt idx="2">
                    <c:v>prob_116–173</c:v>
                  </c:pt>
                  <c:pt idx="3">
                    <c:v>prob_174–231</c:v>
                  </c:pt>
                  <c:pt idx="4">
                    <c:v>prob_232–287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63.2</c:v>
                </c:pt>
                <c:pt idx="1">
                  <c:v>62.1</c:v>
                </c:pt>
                <c:pt idx="2">
                  <c:v>69</c:v>
                </c:pt>
                <c:pt idx="3">
                  <c:v>67.2</c:v>
                </c:pt>
                <c:pt idx="4">
                  <c:v>64.9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IndustryOR</c:v>
                  </c:pt>
                  <c:pt idx="1">
                    <c:v>ComplexOR</c:v>
                  </c:pt>
                  <c:pt idx="2">
                    <c:v>LPWP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12</c:v>
                </c:pt>
                <c:pt idx="2">
                  <c:v>188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IndustryOR</c:v>
                  </c:pt>
                  <c:pt idx="1">
                    <c:v>ComplexOR</c:v>
                  </c:pt>
                  <c:pt idx="2">
                    <c:v>LPWP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LLoCO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20299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Operations &amp; Combinatorial Optimization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7772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Résultats Batch — Phase de Stabilisation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: IndustryOR · ComplexOR · LPWP    |    Avril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219456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986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3977640"/>
            <a:ext cx="219456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3986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3977640"/>
            <a:ext cx="219456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986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379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LPWP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 de Stabilisation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 — Phase WP5 Optimus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89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initial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 / SyntaxError LLM-générés bloquant le batch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bloqué indéfiniment (pas de timeout)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INFEASIBLE sans retry automatique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uniquement IndustryOR (JSONL)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 sur dépendances de données (objectif)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98448"/>
            <a:ext cx="4160520" cy="352044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389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apportées (11 fixes)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LLM + _strip_narrative_lines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subprocess configurable (CLI)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probe + retry contraintes (×2)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ComplexOR &amp; LPWP (auto-detect)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retry objectif avec feedback (×2)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LLMPipelineError — crash → RUN_FAILED propre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_safe_join — blocs toujours séparés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direction min/max post-objectif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Globaux — Vue d'ensemble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 par dataset (11 avril 2026)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261872"/>
            <a:ext cx="2834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61872"/>
            <a:ext cx="2834640" cy="475488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" y="17922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01168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852928"/>
            <a:ext cx="2560320" cy="1828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2852928"/>
            <a:ext cx="168101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65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34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Failed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1408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100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RUN_FAILED :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61872"/>
            <a:ext cx="2834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61872"/>
            <a:ext cx="2834640" cy="475488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17922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246120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852928"/>
            <a:ext cx="2560320" cy="1828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2852928"/>
            <a:ext cx="170688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12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51960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6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Failed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18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91072" y="1261872"/>
            <a:ext cx="2834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91072" y="1261872"/>
            <a:ext cx="2834640" cy="475488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LPWP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91072" y="17922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291072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28232" y="2852928"/>
            <a:ext cx="2560320" cy="1828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8232" y="2852928"/>
            <a:ext cx="171295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6364224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188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96912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93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Failed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11312" y="3218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288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BAD_FORMAT :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IndustryOR — Analyse Détaillée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problèmes industriels LP/MIP · Format JSONL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371600" cy="105156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53312"/>
            <a:ext cx="1371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71446"/>
            <a:ext cx="137160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298448"/>
            <a:ext cx="1371600" cy="10515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1353312"/>
            <a:ext cx="1371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83080" y="1971446"/>
            <a:ext cx="137160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98448"/>
            <a:ext cx="1371600" cy="1051560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53312"/>
            <a:ext cx="1371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1971446"/>
            <a:ext cx="137160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RUN_FAILED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statuts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228600" y="2834640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4892040" y="1298448"/>
            <a:ext cx="3931920" cy="356616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8348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d'analyse  ·  65.7% Pass Rate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83480" y="17830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RUN_FAILED (#1) — pipeline interrompu, non bloquant pour le batch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 pass rate sur 99 comparables — objectif cible ≥ 70% pour V2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restantes : direction min/max incorrecte (ex. #56 : -700 vs 19300)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coefficients : écarts relatifs sur problèmes dense-data (#40, #98)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fails proches (floating point) — tolérance à paramétrer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ComplexOR — Analyse Détaillée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types de problèmes (diet, knapsack, assignment…) · Format subdirs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463040" cy="105156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53312"/>
            <a:ext cx="1463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71446"/>
            <a:ext cx="146304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298448"/>
            <a:ext cx="1463040" cy="10515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353312"/>
            <a:ext cx="1463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74520" y="1971446"/>
            <a:ext cx="146304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298448"/>
            <a:ext cx="1463040" cy="105156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353312"/>
            <a:ext cx="1463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1971446"/>
            <a:ext cx="146304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487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par problème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16352"/>
          <a:ext cx="4983480" cy="2103120"/>
        </p:xfrm>
        <a:graphic>
          <a:graphicData uri="http://schemas.openxmlformats.org/drawingml/2006/table">
            <a:tbl>
              <a:tblPr/>
              <a:tblGrid>
                <a:gridCol w="996696"/>
                <a:gridCol w="996696"/>
                <a:gridCol w="996696"/>
                <a:gridCol w="996696"/>
                <a:gridCol w="996696"/>
              </a:tblGrid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Problème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✓/✗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aircraft_assignment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aircraft_landing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blend_problem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car_selection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cell_tower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cutting_stock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diet_problem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dietu_problem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flowshop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media_selection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netasgn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netmcol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nltrans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revenue_max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40680" y="1298448"/>
            <a:ext cx="3383280" cy="356616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3212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32120" y="1792224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RUN_FAILED — pipeline techniquement stable sur ce dataset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fails sur modélisation : blend (#3), cell_tower (#5), multi (#12), dietu (#8), prod (#16), steel4 (#18)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(#12) : objectif = 0.0 vs 235 → erreur direction possible (min/max)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steel4 (#18) : 130 vs 110 → sur-contrainte ou mauvais coefficient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support subdirs validé — détection auto fonctionnelle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LPWP — Analyse Détaillée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problèmes LP Word Problems · Format subdirs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463040" cy="105156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53312"/>
            <a:ext cx="1463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971446"/>
            <a:ext cx="146304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298448"/>
            <a:ext cx="1463040" cy="10515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353312"/>
            <a:ext cx="1463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74520" y="1971446"/>
            <a:ext cx="146304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298448"/>
            <a:ext cx="1463040" cy="105156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353312"/>
            <a:ext cx="1463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1971446"/>
            <a:ext cx="146304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487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par tranche de 58 problèmes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182880" y="2816352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440680" y="1298448"/>
            <a:ext cx="3383280" cy="356616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3212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32120" y="1792224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RUN_FAILED — pipeline stable sur 288 problèmes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BAD_EXPECTED_FORMAT (expected=None) — exclus du calcul de taux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 sur 281 comparables — cohérent avec les autres datasets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typiques : expected=0 alors que l'objectif est &gt; 0 (mauvaise référence ground truth ?)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stable entre tranches (~60–70%) → pas de biais sur complexité croissante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grand dataset validé en batch — robustesse du runner confirmée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— 3 Datasets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synthétique cross-dataset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98448"/>
          <a:ext cx="3108960" cy="1645920"/>
        </p:xfrm>
        <a:graphic>
          <a:graphicData uri="http://schemas.openxmlformats.org/drawingml/2006/table">
            <a:tbl>
              <a:tblPr/>
              <a:tblGrid>
                <a:gridCol w="1005840"/>
                <a:gridCol w="502920"/>
                <a:gridCol w="594360"/>
                <a:gridCol w="502920"/>
                <a:gridCol w="502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090672"/>
            <a:ext cx="3108960" cy="169164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clé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852160" y="3456432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convergent ~66-67%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3 datasets → baseline reproductible.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RUN_FAILED sur ComplexOR/LPWP — pipeline 100% stable.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Technique — Pipeline 100% Stabilisé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STABILISATION_LLoCO.md · Section 4 &amp; 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356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4081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 LLM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847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+ feedback loop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298448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43560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14081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 narratif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06040" y="1847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_strip_narrative_lines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298448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3560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14081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 blocs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00600" y="1847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_safe_join garantit \n\n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5800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0" y="1298448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3560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14081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sans api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95160" y="1847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_api_doc_guard injecté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74320" y="278892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27889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9260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7240" y="2898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réseau LLM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1148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LLMPipelineError catch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468880" y="278892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468880" y="27889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29260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71800" y="2898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bloqué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60604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timeout CLI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63440" y="278892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63440" y="27889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92608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66360" y="2898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solver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80060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+ retry ×2 contraintes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858000" y="2788920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858000" y="27889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160" y="292608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360920" y="2898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 objectif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99516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+ retry ×2 objectif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46" name="Text 36"/>
          <p:cNvSpPr/>
          <p:nvPr/>
        </p:nvSpPr>
        <p:spPr>
          <a:xfrm>
            <a:off x="274320" y="4645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Pipeline techniquement stabilisé à 100% — Toutes erreurs runtime capturées, loggées, gérées — Batch multi-dataset opérationnel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A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Modèle &amp; Axes d'Amélioration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résiduelles — Section 5 STABILISATION_LLoCO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4114800" cy="43891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167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prompts appliquées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92224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min/max : probe LLM léger post-objectif + flip automatique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: blocs completeness + eps_relax + direction dans le prompt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 sur gpt-5 (vs o4-mini) pour meilleure qualité mathématique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complet dans le system prompt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explicite coefficients numériques (tableaux, matrices)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numpy auto (add_type_comments via regex)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code_example.py pour ComplexOR/LPWP (signature + types)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114800" cy="356616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résiduelles (qualité modèle)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min/max incorrecte — probe flip partiellement actif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manquantes ou trop restrictives (INFEASIBLE residuel)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coefficients depuis tableaux ambigus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erronée dans certains datasets (expected=0 suspect)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très complexes — retry complet (vars+obj+ctr) non implémenté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4023360"/>
            <a:ext cx="4114800" cy="7772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4133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V2 : Pass Rate ≥ 70% sur IndustryOR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75488" y="411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06040" cy="201168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417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stabilisé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847088"/>
            <a:ext cx="2386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crash fatal · 0 blocage indéfini · Tous les échecs loggés proprement dans batch_results.csv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325880"/>
            <a:ext cx="2606040" cy="201168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13258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328416" y="1417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 pass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8416" y="1847088"/>
            <a:ext cx="2386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reproductible et cohérente sur les 3 datasets (406 problèmes au total)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5896" y="1325880"/>
            <a:ext cx="2606040" cy="201168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13258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135624" y="1417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opérationnels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35624" y="1847088"/>
            <a:ext cx="2386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IndustryOR · ComplexOR · LPWP — détection format automatique, aucune config manuelle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904488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Affiner les prompts min/max pour atteindre ≥ 70% (IndustryOR cible)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retry complet pipeline sur INFEASIBLE persistant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par problème (generated_code_log.txt) pour debug qualité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LLoCO — Validation des Résultats Batch</dc:title>
  <dc:subject>PptxGenJS Presentation</dc:subject>
  <dc:creator>PptxGenJS</dc:creator>
  <cp:lastModifiedBy>PptxGenJS</cp:lastModifiedBy>
  <cp:revision>1</cp:revision>
  <dcterms:created xsi:type="dcterms:W3CDTF">2026-04-14T13:12:20Z</dcterms:created>
  <dcterms:modified xsi:type="dcterms:W3CDTF">2026-04-14T13:12:20Z</dcterms:modified>
</cp:coreProperties>
</file>